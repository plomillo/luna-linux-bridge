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Apoyo interno no entregable — Epistemología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Documento auxiliar de la fábrica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UNIACC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Síntesis de conceptos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Positivismo lógico: análisis lógico y relación empírica. Historicismo y Kuhn: historia, paradigmas, anomalías y crisis. Quine: holismo y naturalización de la epistemología. Nersessian: razonamiento basado en modelos y cambio conceptual.</a:t>
            </a:r>
          </a:p>
          <a:p>
            <a:pPr lvl="0" indent="0" marL="0">
              <a:buNone/>
            </a:pPr>
            <a:r>
              <a:rPr/>
              <a:t>Este archivo de diapositivas es auxiliar, no forma parte de los seis folios requeridos para la entrega académica.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Apoyo interno no entregable — Epistemología</dc:title>
  <dc:creator>Documento auxiliar de la fábrica</dc:creator>
  <cp:keywords/>
  <dcterms:created xsi:type="dcterms:W3CDTF">2026-10-19T07:20:23Z</dcterms:created>
  <dcterms:modified xsi:type="dcterms:W3CDTF">2026-10-19T07:20:23Z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UNIACC</vt:lpwstr>
  </property>
</Properties>
</file>